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Mark Management System (CGPA Based)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Java Swing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Java Swing-based GUI system</a:t>
            </a:r>
          </a:p>
          <a:p>
            <a:r>
              <a:t>Stores student marks for 6 subjects</a:t>
            </a:r>
          </a:p>
          <a:p>
            <a:r>
              <a:t>Calculates Grades and CGPA automatically</a:t>
            </a:r>
          </a:p>
          <a:p>
            <a:r>
              <a:t>Supports editing, sorting, and grade viewing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Admin login page for security</a:t>
            </a:r>
          </a:p>
          <a:p>
            <a:r>
              <a:t>Add marks for each subject</a:t>
            </a:r>
          </a:p>
          <a:p>
            <a:r>
              <a:t>Automatically generates grade per subject</a:t>
            </a:r>
          </a:p>
          <a:p>
            <a:r>
              <a:t>Recheck / Update marks anytime</a:t>
            </a:r>
          </a:p>
          <a:p>
            <a:r>
              <a:t>Sort students by name or roll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Subjects Included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Mathematics</a:t>
            </a:r>
          </a:p>
          <a:p>
            <a:r>
              <a:t>Data Structures</a:t>
            </a:r>
          </a:p>
          <a:p>
            <a:r>
              <a:t>Operating Systems</a:t>
            </a:r>
          </a:p>
          <a:p>
            <a:r>
              <a:t>Database Systems</a:t>
            </a:r>
          </a:p>
          <a:p>
            <a:r>
              <a:t>Computer Networks</a:t>
            </a:r>
          </a:p>
          <a:p>
            <a:r>
              <a:t>Java Programming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90+ : O (10 points)</a:t>
            </a:r>
          </a:p>
          <a:p>
            <a:r>
              <a:t>80+ : E (9 points)</a:t>
            </a:r>
          </a:p>
          <a:p>
            <a:r>
              <a:t>70+ : A (8 points)</a:t>
            </a:r>
          </a:p>
          <a:p>
            <a:r>
              <a:t>60+ : B (7 points)</a:t>
            </a:r>
          </a:p>
          <a:p>
            <a:r>
              <a:t>50+ : C (6 points)</a:t>
            </a:r>
          </a:p>
          <a:p>
            <a:r>
              <a:t>40+ : D (5 points)</a:t>
            </a:r>
          </a:p>
          <a:p>
            <a:r>
              <a:t>&lt;40 : F (0 points)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CGPA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Each subject grade is converted to grade points</a:t>
            </a:r>
          </a:p>
          <a:p>
            <a:r>
              <a:t>CGPA = Total grade points / 6</a:t>
            </a:r>
          </a:p>
          <a:p>
            <a:r>
              <a:t>Displayed in table with roll &amp; name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Input panel for roll, name, subject &amp; marks</a:t>
            </a:r>
          </a:p>
          <a:p>
            <a:r>
              <a:t>Table to display students &amp; CGPA</a:t>
            </a:r>
          </a:p>
          <a:p>
            <a:r>
              <a:t>Buttons for add marks, save student, sorting, etc.</a:t>
            </a:r>
          </a:p>
          <a:p>
            <a:r>
              <a:t>Pop-up dialogs for grades and mark updates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Login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Username: admin</a:t>
            </a:r>
          </a:p>
          <a:p>
            <a:r>
              <a:t>Password: 1234</a:t>
            </a:r>
          </a:p>
          <a:p>
            <a:r>
              <a:t>Prevents unauthorized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